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8F82C-FB6A-8B53-1381-EFAA66276E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AR" sz="4400" dirty="0"/>
              <a:t>SISTEMA DE APOYO Y CONTROL AL SERVICIO PROFESIONAL DE LA SEGURIDAD PRIVADA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8F07F1-8F26-1159-4225-DB3BBCC735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AR" dirty="0"/>
              <a:t>La plataforma que digitaliza, automatiza y protege la operación de tu empresa de seguridad.</a:t>
            </a:r>
          </a:p>
        </p:txBody>
      </p:sp>
    </p:spTree>
    <p:extLst>
      <p:ext uri="{BB962C8B-B14F-4D97-AF65-F5344CB8AC3E}">
        <p14:creationId xmlns:p14="http://schemas.microsoft.com/office/powerpoint/2010/main" val="800186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861681-EA5C-496A-867F-074B8B560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AR" sz="2400" dirty="0"/>
              <a:t>Vectores sobre los que se pensó la plataforma: considerando puntos relevantes de la nueva ley 14420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A78B06B-2ACF-131B-193B-88C88F098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5440" y="2016125"/>
            <a:ext cx="7675445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38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12AF28-AA68-F542-F15D-7D2FB2990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AR" sz="2400" dirty="0"/>
              <a:t>Un sistema orientado al análisis estratégico de la seguridad privada. Apoyado en una mayor eficiencia de gestión de recursos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0AE7DC0-4582-3384-DB6B-FC99FD2BC6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8133" y="2016125"/>
            <a:ext cx="8407399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2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9A3BC-CD31-093B-67EB-1F2FADA64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Con niveles para áreas gerenciales y para el operador de campo.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8EC85C2-A48F-ABFA-2D82-696A4EFF83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579" y="2016125"/>
            <a:ext cx="9275687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404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E40E5-194B-13BD-2A75-0B7328AF6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Dinámica, en  tiempo real, operable y visible sobre una interfaz intuitiva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C68A723-CD7F-4439-4ACE-F4746BA5D7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579" y="2041525"/>
            <a:ext cx="9603275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164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0ACC8-0261-8AD5-73FF-EB654D2EB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AR" sz="2000" dirty="0"/>
              <a:t>Permite un análisis rápido de distribución de recursos humanos, logísticos y de novedades o incidencias,  en tiempo real, para las mejores decisiones de gestión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AC5D459-7DA4-E75D-4287-2ED38CC872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579" y="2016125"/>
            <a:ext cx="9690554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99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5E5A6-368D-D5A3-EE27-4A33BE03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AR" sz="2000" dirty="0"/>
              <a:t>Además tributa a un doble control de horas/operador por cada objetivo para la liquidación. Permite también novedades por objetivo y por operador, un libro matriz de novedades online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01EE8C1-CD03-EAAE-6495-C36CD505BA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6387" y="1914525"/>
            <a:ext cx="6753657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057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32A460-FFD6-F5E1-873C-41552263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Simplificación de la gestión  administrativa de la empresa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B22F0FD-F3F4-E9DD-AD55-5C164598DB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580" y="2016125"/>
            <a:ext cx="9603274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829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4F65D1-5830-2976-6AF4-FD491689F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AR" sz="2000" dirty="0"/>
              <a:t>Permite trazabilidad real de cada incidencia registrada (foto, video, </a:t>
            </a:r>
            <a:r>
              <a:rPr lang="es-AR" sz="2000" dirty="0" err="1"/>
              <a:t>etc</a:t>
            </a:r>
            <a:r>
              <a:rPr lang="es-AR" sz="2000" dirty="0"/>
              <a:t>) a la par que gestiona un control horario de cada objetivo y operador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7F48DA2-FB82-7AE8-2234-DD5F0ABDD8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0066" y="2016125"/>
            <a:ext cx="9770533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329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66229D-4962-EA7D-ADE1-53EA4CF11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AR" sz="2000" dirty="0"/>
              <a:t>Permite un control activo de cada recurso logístico, registrando un inventario diario del estado de cada elemento al momento de cambio de guardia u operador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17E3B2D-54B0-DCF8-20F5-7F1380EF22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0800" y="2016125"/>
            <a:ext cx="9668933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890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77A20-A97E-0EF6-AC1D-B1E8798B6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AR" sz="2400" dirty="0"/>
              <a:t>Un sistema pensado para ajustar la operatoria de la empresa de seguridad privada en miras a las nuevas exigencia de la ley 14420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D91EE88F-81F3-65E2-E5E9-82102D3FA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El desarrollo de polos o particularidades de cada solicitud en particular puede desarrollarse o sugerirse los aspectos a mejorar conforme a necesidades puntuales de la empresa o servicio que brinde.</a:t>
            </a:r>
          </a:p>
          <a:p>
            <a:endParaRPr lang="es-AR" dirty="0"/>
          </a:p>
          <a:p>
            <a:r>
              <a:rPr lang="es-AR" dirty="0"/>
              <a:t>Esta presentación va acompañada de una demostración operativa del sistema.</a:t>
            </a:r>
          </a:p>
          <a:p>
            <a:endParaRPr lang="es-AR"/>
          </a:p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35951737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{BC0C5873-A69F-450A-8A1C-B7B99274099E}TFc986dd65-aaf0-4d5c-bef9-9c391ee05f7b6a80d193-c6c005e2f19e</Template>
  <TotalTime>32</TotalTime>
  <Words>275</Words>
  <Application>Microsoft Office PowerPoint</Application>
  <PresentationFormat>Panorámica</PresentationFormat>
  <Paragraphs>15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Galería</vt:lpstr>
      <vt:lpstr>SISTEMA DE APOYO Y CONTROL AL SERVICIO PROFESIONAL DE LA SEGURIDAD PRIVADA</vt:lpstr>
      <vt:lpstr>Vectores sobre los que se pensó la plataforma: considerando puntos relevantes de la nueva ley 14420</vt:lpstr>
      <vt:lpstr>Un sistema orientado al análisis estratégico de la seguridad privada. Apoyado en una mayor eficiencia de gestión de recursos</vt:lpstr>
      <vt:lpstr>Con niveles para áreas gerenciales y para el operador de campo.</vt:lpstr>
      <vt:lpstr>Dinámica, en  tiempo real, operable y visible sobre una interfaz intuitiva</vt:lpstr>
      <vt:lpstr>Permite un análisis rápido de distribución de recursos humanos, logísticos y de novedades o incidencias,  en tiempo real, para las mejores decisiones de gestión</vt:lpstr>
      <vt:lpstr>Además tributa a un doble control de horas/operador por cada objetivo para la liquidación. Permite también novedades por objetivo y por operador, un libro matriz de novedades online</vt:lpstr>
      <vt:lpstr>Simplificación de la gestión  administrativa de la empresa</vt:lpstr>
      <vt:lpstr>Permite trazabilidad real de cada incidencia registrada (foto, video, etc) a la par que gestiona un control horario de cada objetivo y operador</vt:lpstr>
      <vt:lpstr>Permite un control activo de cada recurso logístico, registrando un inventario diario del estado de cada elemento al momento de cambio de guardia u operador</vt:lpstr>
      <vt:lpstr>Un sistema pensado para ajustar la operatoria de la empresa de seguridad privada en miras a las nuevas exigencia de la ley 14420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Segal</dc:creator>
  <cp:lastModifiedBy>Fernando Segal</cp:lastModifiedBy>
  <cp:revision>2</cp:revision>
  <dcterms:created xsi:type="dcterms:W3CDTF">2026-06-16T15:15:51Z</dcterms:created>
  <dcterms:modified xsi:type="dcterms:W3CDTF">2026-06-16T15:48:09Z</dcterms:modified>
</cp:coreProperties>
</file>